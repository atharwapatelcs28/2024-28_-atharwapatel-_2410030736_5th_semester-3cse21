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46920" y="-594360"/>
            <a:ext cx="3017520" cy="301752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4297680"/>
            <a:ext cx="2286000" cy="228600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B500"/>
                </a:solidFill>
                <a:latin typeface="Aptos"/>
              </a:rPr>
              <a:t>INTERNSHIP REPORT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64008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8F8FA"/>
                </a:solidFill>
                <a:latin typeface="Georgia"/>
              </a:rPr>
              <a:t>Artificial
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52928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0">
                <a:solidFill>
                  <a:srgbClr val="C4CFEC"/>
                </a:solidFill>
                <a:latin typeface="Georgia"/>
              </a:rPr>
              <a:t>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47872"/>
            <a:ext cx="6858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AB5D2"/>
                </a:solidFill>
                <a:latin typeface="Aptos"/>
              </a:rPr>
              <a:t>AICTE &amp; ICAC Approved Internship Program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069080"/>
            <a:ext cx="2011680" cy="32004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370832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8F8FA"/>
                </a:solidFill>
                <a:latin typeface="Aptos"/>
              </a:rPr>
              <a:t>Atharwa Patel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36592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Artificial Intelligence Intern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010912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Codec Technologies Pvt. Ltd.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330952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AB5D2"/>
                </a:solidFill>
                <a:latin typeface="Aptos"/>
              </a:rPr>
              <a:t>01 July – 01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394960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F5B500"/>
                </a:solidFill>
                <a:latin typeface="Aptos"/>
              </a:rPr>
              <a:t>INTERNSHIP CERTIFICATE • COMPLETION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46920" y="-594360"/>
            <a:ext cx="3017520" cy="301752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4297680"/>
            <a:ext cx="2286000" cy="228600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B500"/>
                </a:solidFill>
                <a:latin typeface="Aptos"/>
              </a:rPr>
              <a:t>ABOUT THE STUDENT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8FA"/>
                </a:solidFill>
                <a:latin typeface="Georgia"/>
              </a:rPr>
              <a:t>Candidate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5D2"/>
                </a:solidFill>
                <a:latin typeface="Aptos"/>
              </a:rPr>
              <a:t>Internship information from the provided offer letter and certificate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429000" cy="132588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54864" cy="132588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Candidate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32888"/>
            <a:ext cx="3017520" cy="6126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Atharwa Patel
Artificial Intelligence Intern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3429000" cy="132588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965960"/>
            <a:ext cx="54864" cy="132588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3055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32888"/>
            <a:ext cx="3017520" cy="6126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Codec Technologies Pvt. Ltd.
Pan India • Hybrid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65960"/>
            <a:ext cx="3429000" cy="132588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965960"/>
            <a:ext cx="54864" cy="132588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13055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Internship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32888"/>
            <a:ext cx="3017520" cy="6126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1 Month
AICTE &amp; ICAC Approved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11880"/>
            <a:ext cx="5212080" cy="150876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611880"/>
            <a:ext cx="54864" cy="150876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76472"/>
            <a:ext cx="4800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78808"/>
            <a:ext cx="4800600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Artificial Intelligence Intern — as stated on the internship certificate.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611880"/>
            <a:ext cx="5349240" cy="150876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611880"/>
            <a:ext cx="54864" cy="150876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776472"/>
            <a:ext cx="493775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Duration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178808"/>
            <a:ext cx="4937759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Certificate: 01/07/2026–01/08/2026.
Offer letter: 01/06/2026–01/08/2026.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8640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AB5D2"/>
                </a:solidFill>
                <a:latin typeface="Aptos"/>
              </a:rPr>
              <a:t>Note: The two supplied documents contain different internship start dates; both dates are preserved here rather than silently changing either source.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6400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AB5D2"/>
                </a:solidFill>
                <a:latin typeface="Aptos"/>
              </a:rPr>
              <a:t>Artificial Intelligence Internship • Atharwa Patel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AAB5D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46920" y="-594360"/>
            <a:ext cx="3017520" cy="301752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4297680"/>
            <a:ext cx="2286000" cy="228600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B500"/>
                </a:solidFill>
                <a:latin typeface="Aptos"/>
              </a:rPr>
              <a:t>ABOUT THE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8FA"/>
                </a:solidFill>
                <a:latin typeface="Georgia"/>
              </a:rPr>
              <a:t>Codec Technologies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5D2"/>
                </a:solidFill>
                <a:latin typeface="Aptos"/>
              </a:rPr>
              <a:t>Organization description taken from the supplied internship offer letter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383280" cy="182880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54864" cy="182880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Global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32888"/>
            <a:ext cx="297180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A platform dedicated to empowering learners and connecting diverse talent to create meaningful career opportunities worldwide.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3383280" cy="182880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965960"/>
            <a:ext cx="54864" cy="182880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30552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IT &amp; Business Consultancy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32888"/>
            <a:ext cx="297180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Provides dedicated IT and business consultancy services, according to the offer letter.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65960"/>
            <a:ext cx="3429000" cy="182880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965960"/>
            <a:ext cx="54864" cy="182880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13055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Global Reach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32888"/>
            <a:ext cx="301752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The offer letter states that Codec Technologies operates across 27+ countries.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5196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5B500"/>
                </a:solidFill>
                <a:latin typeface="Aptos"/>
              </a:rPr>
              <a:t>Internship provider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590288"/>
            <a:ext cx="7132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8FA"/>
                </a:solidFill>
                <a:latin typeface="Georgia"/>
              </a:rPr>
              <a:t>Codec Technologies Pvt. Ltd. • Artificial Intelligence Internship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166360"/>
            <a:ext cx="79552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AB5D2"/>
                </a:solidFill>
                <a:latin typeface="Aptos"/>
              </a:rPr>
              <a:t>The presentation uses only organization details explicitly provided in the supplied documents.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6400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AB5D2"/>
                </a:solidFill>
                <a:latin typeface="Aptos"/>
              </a:rPr>
              <a:t>Artificial Intelligence Internship • Atharwa Patel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AAB5D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46920" y="-594360"/>
            <a:ext cx="3017520" cy="301752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4297680"/>
            <a:ext cx="2286000" cy="228600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B500"/>
                </a:solidFill>
                <a:latin typeface="Aptos"/>
              </a:rPr>
              <a:t>INTERNSHIP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8FA"/>
                </a:solidFill>
                <a:latin typeface="Georgia"/>
              </a:rPr>
              <a:t>Role, Mode &amp; Duration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5D2"/>
                </a:solidFill>
                <a:latin typeface="Aptos"/>
              </a:rPr>
              <a:t>Key terms stated in the internship offer letter and completion certificate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29000" cy="141732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4864" cy="141732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Designation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30175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Artificial Intelligence Intern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429000" cy="141732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54864" cy="141732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3911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Location &amp;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41448"/>
            <a:ext cx="30175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Pan India
Hybrid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429000" cy="141732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54864" cy="141732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03911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41448"/>
            <a:ext cx="30175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Assigned Project Head(s)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57600"/>
            <a:ext cx="5212080" cy="150876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657600"/>
            <a:ext cx="54864" cy="150876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822191"/>
            <a:ext cx="4800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24528"/>
            <a:ext cx="4800600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1 Month internship program at Codec Technologies, described as an immersive experience for industry-level knowledge and valuable skills.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657600"/>
            <a:ext cx="5349240" cy="150876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657600"/>
            <a:ext cx="54864" cy="150876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822191"/>
            <a:ext cx="493775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Internship Period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224528"/>
            <a:ext cx="4937759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Certificate: 01/07/2026 to 01/08/2026
Offer letter: 01/06/2026 to 01/08/2026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6400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AB5D2"/>
                </a:solidFill>
                <a:latin typeface="Aptos"/>
              </a:rPr>
              <a:t>Artificial Intelligence Internship • Atharwa Patel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AAB5D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46920" y="-594360"/>
            <a:ext cx="3017520" cy="301752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4297680"/>
            <a:ext cx="2286000" cy="228600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B500"/>
                </a:solidFill>
                <a:latin typeface="Aptos"/>
              </a:rPr>
              <a:t>INTERNSHIP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8FA"/>
                </a:solidFill>
                <a:latin typeface="Georgia"/>
              </a:rPr>
              <a:t>What the Internship Set Out to Achieve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5D2"/>
                </a:solidFill>
                <a:latin typeface="Aptos"/>
              </a:rPr>
              <a:t>Objectives grounded in the supplied offer letter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29000" cy="141732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4864" cy="141732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Project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30175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Complete assigned projects as part of the internship.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429000" cy="141732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54864" cy="141732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3911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Training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41448"/>
            <a:ext cx="30175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Complete training tasks on the platform and via email.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429000" cy="141732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54864" cy="141732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03911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Industry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41448"/>
            <a:ext cx="30175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Gain industry-level knowledge through an immersive internship experience.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3429000" cy="141732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703320"/>
            <a:ext cx="54864" cy="141732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867911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Skill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70248"/>
            <a:ext cx="30175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Acquire valuable skills through project and training activities.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703320"/>
            <a:ext cx="3429000" cy="141732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703320"/>
            <a:ext cx="54864" cy="141732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867911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270248"/>
            <a:ext cx="30175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Participate in weekly performance reviews conducted by the project supervisor.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703320"/>
            <a:ext cx="3429000" cy="141732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703320"/>
            <a:ext cx="54864" cy="141732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867911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Growth Opportunity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270248"/>
            <a:ext cx="301752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Exceptional interns may qualify for a scholarship award based on performance reviews.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6400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AB5D2"/>
                </a:solidFill>
                <a:latin typeface="Aptos"/>
              </a:rPr>
              <a:t>Artificial Intelligence Internship • Atharwa Patel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AAB5D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46920" y="-594360"/>
            <a:ext cx="3017520" cy="301752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4297680"/>
            <a:ext cx="2286000" cy="228600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B500"/>
                </a:solidFill>
                <a:latin typeface="Aptos"/>
              </a:rPr>
              <a:t>WORK &amp;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8FA"/>
                </a:solidFill>
                <a:latin typeface="Georgia"/>
              </a:rPr>
              <a:t>Internship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5D2"/>
                </a:solidFill>
                <a:latin typeface="Aptos"/>
              </a:rPr>
              <a:t>The supplied documents describe the internship at a program level rather than listing specific technical projects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074920" cy="150876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4864" cy="150876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4663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01  Receive Assignments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4663440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Assigned projects and training tasks are provided through the internship platform and email.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74519"/>
            <a:ext cx="5074920" cy="150876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874519"/>
            <a:ext cx="54864" cy="150876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039112"/>
            <a:ext cx="4663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02  Learn &amp; Execute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41448"/>
            <a:ext cx="4663440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Work through the assigned learning and project activities.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5074920" cy="150876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49039"/>
            <a:ext cx="54864" cy="150876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13631"/>
            <a:ext cx="4663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03  Submit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15968"/>
            <a:ext cx="4663440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Complete and submit required projects and training tasks.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749039"/>
            <a:ext cx="5074920" cy="150876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749039"/>
            <a:ext cx="54864" cy="150876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913631"/>
            <a:ext cx="4663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04  Performance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315968"/>
            <a:ext cx="4663440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Weekly performance reviews are conducted by the project supervisor.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6400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AB5D2"/>
                </a:solidFill>
                <a:latin typeface="Aptos"/>
              </a:rPr>
              <a:t>Artificial Intelligence Internship • Atharwa Patel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AAB5D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46920" y="-594360"/>
            <a:ext cx="3017520" cy="301752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4297680"/>
            <a:ext cx="2286000" cy="228600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B500"/>
                </a:solidFill>
                <a:latin typeface="Aptos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8FA"/>
                </a:solidFill>
                <a:latin typeface="Georgia"/>
              </a:rPr>
              <a:t>Project &amp; Training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5D2"/>
                </a:solidFill>
                <a:latin typeface="Aptos"/>
              </a:rPr>
              <a:t>A source-faithful representation of the workflow described in the offer letter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920240" cy="1325880"/>
          </a:xfrm>
          <a:prstGeom prst="roundRect">
            <a:avLst/>
          </a:prstGeom>
          <a:solidFill>
            <a:srgbClr val="1C3070"/>
          </a:solidFill>
          <a:ln>
            <a:solidFill>
              <a:srgbClr val="F5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542032"/>
            <a:ext cx="17007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B500"/>
                </a:solidFill>
                <a:latin typeface="Aptos"/>
              </a:rPr>
              <a:t>ASSIGN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8F8FA"/>
                </a:solidFill>
                <a:latin typeface="Aptos"/>
              </a:rPr>
              <a:t>Assigned project / training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9464" y="276148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B500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2331720"/>
            <a:ext cx="1920240" cy="132588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8376" y="2542032"/>
            <a:ext cx="17007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B500"/>
                </a:solidFill>
                <a:latin typeface="Aptos"/>
              </a:rPr>
              <a:t>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907792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8F8FA"/>
                </a:solidFill>
                <a:latin typeface="Aptos"/>
              </a:rPr>
              <a:t>Gain knowledge and develop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276148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B500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2936" y="2331720"/>
            <a:ext cx="1920240" cy="132588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2542032"/>
            <a:ext cx="17007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B500"/>
                </a:solidFill>
                <a:latin typeface="Aptos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907792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8F8FA"/>
                </a:solidFill>
                <a:latin typeface="Aptos"/>
              </a:rPr>
              <a:t>Complete the required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76148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B500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07224" y="2331720"/>
            <a:ext cx="1920240" cy="132588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6952" y="2542032"/>
            <a:ext cx="17007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B500"/>
                </a:solidFill>
                <a:latin typeface="Aptos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4" y="2907792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8F8FA"/>
                </a:solidFill>
                <a:latin typeface="Aptos"/>
              </a:rPr>
              <a:t>Weekly supervisor performance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76148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B500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11512" y="2331720"/>
            <a:ext cx="1920240" cy="1325880"/>
          </a:xfrm>
          <a:prstGeom prst="roundRect">
            <a:avLst/>
          </a:prstGeom>
          <a:solidFill>
            <a:srgbClr val="1C3070"/>
          </a:solidFill>
          <a:ln>
            <a:solidFill>
              <a:srgbClr val="F5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2542032"/>
            <a:ext cx="17007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B500"/>
                </a:solidFill>
                <a:latin typeface="Aptos"/>
              </a:rPr>
              <a:t>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2907792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8F8FA"/>
                </a:solidFill>
                <a:latin typeface="Aptos"/>
              </a:rPr>
              <a:t>Finish internship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00600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This workflow avoids adding technical tasks that are not stated in the supplied internship documents.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6400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AB5D2"/>
                </a:solidFill>
                <a:latin typeface="Aptos"/>
              </a:rPr>
              <a:t>Artificial Intelligence Internship • Atharwa Patel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AAB5D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46920" y="-594360"/>
            <a:ext cx="3017520" cy="301752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4297680"/>
            <a:ext cx="2286000" cy="228600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B500"/>
                </a:solidFill>
                <a:latin typeface="Aptos"/>
              </a:rPr>
              <a:t>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8FA"/>
                </a:solidFill>
                <a:latin typeface="Georgia"/>
              </a:rPr>
              <a:t>One-Month Internship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5D2"/>
                </a:solidFill>
                <a:latin typeface="Aptos"/>
              </a:rPr>
              <a:t>Dates shown exactly as documented; the start-date discrepancy is noted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29000" cy="155448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4864" cy="155448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01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3017520" cy="8412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Offer letter issued.
Offer letter lists internship start as 01/06/2026.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429000" cy="155448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54864" cy="155448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3911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01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41448"/>
            <a:ext cx="3017520" cy="8412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Certificate lists the internship as conducted from 01/07/2026 to 01/08/2026.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429000" cy="155448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54864" cy="155448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03911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01 August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41448"/>
            <a:ext cx="3017520" cy="8412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Certificate completion date.
Internship role: Artificial Intelligence Intern.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3931920"/>
            <a:ext cx="7223760" cy="141732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68880" y="3931920"/>
            <a:ext cx="54864" cy="141732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4096511"/>
            <a:ext cx="6812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During the Internship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498848"/>
            <a:ext cx="681228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Assigned projects • Training tasks • Industry-level learning • Weekly performance 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6400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AB5D2"/>
                </a:solidFill>
                <a:latin typeface="Aptos"/>
              </a:rPr>
              <a:t>Artificial Intelligence Internship • Atharwa Patel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AAB5D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46920" y="-594360"/>
            <a:ext cx="3017520" cy="301752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4297680"/>
            <a:ext cx="2286000" cy="228600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B500"/>
                </a:solidFill>
                <a:latin typeface="Aptos"/>
              </a:rP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8FA"/>
                </a:solidFill>
                <a:latin typeface="Georgia"/>
              </a:rPr>
              <a:t>Skills &amp;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5D2"/>
                </a:solidFill>
                <a:latin typeface="Aptos"/>
              </a:rPr>
              <a:t>Outcomes supported by the supplied offer letter and certificate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8FA"/>
                </a:solidFill>
                <a:latin typeface="Aptos"/>
              </a:defRPr>
            </a:pPr>
            <a:r>
              <a:t>• Industry-level knowledge through an immersive internship experience.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24328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8FA"/>
                </a:solidFill>
                <a:latin typeface="Aptos"/>
              </a:defRPr>
            </a:pPr>
            <a:r>
              <a:t>• Valuable skills developed through assigned projects and training tasks.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82696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8FA"/>
                </a:solidFill>
                <a:latin typeface="Aptos"/>
              </a:defRPr>
            </a:pPr>
            <a:r>
              <a:t>• Experience completing structured internship work under assigned project heads.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41064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8FA"/>
                </a:solidFill>
                <a:latin typeface="Aptos"/>
              </a:defRPr>
            </a:pPr>
            <a:r>
              <a:t>• Exposure to weekly performance review and feedback.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99431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8FA"/>
                </a:solidFill>
                <a:latin typeface="Aptos"/>
              </a:defRPr>
            </a:pPr>
            <a:r>
              <a:t>• Successful completion of the Artificial Intelligence Intern program.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9784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B500"/>
                </a:solidFill>
                <a:latin typeface="Aptos"/>
              </a:rPr>
              <a:t>Certificate recognition: Artificial Intelligence Intern • Codec Technologies Pvt.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6400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AB5D2"/>
                </a:solidFill>
                <a:latin typeface="Aptos"/>
              </a:rPr>
              <a:t>Artificial Intelligence Internship • Atharwa Patel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AAB5D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46920" y="-594360"/>
            <a:ext cx="3017520" cy="301752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4297680"/>
            <a:ext cx="2286000" cy="228600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B500"/>
                </a:solidFill>
                <a:latin typeface="Aptos"/>
              </a:rPr>
              <a:t>CERTIFICATION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8FA"/>
                </a:solidFill>
                <a:latin typeface="Georgia"/>
              </a:rPr>
              <a:t>Successfully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AB5D2"/>
                </a:solidFill>
                <a:latin typeface="Aptos"/>
              </a:rPr>
              <a:t>Internship certificate supplied with the presentation materials</a:t>
            </a:r>
          </a:p>
        </p:txBody>
      </p:sp>
      <p:pic>
        <p:nvPicPr>
          <p:cNvPr id="7" name="Picture 6" descr="certificate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537960" cy="40862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828800"/>
            <a:ext cx="3886200" cy="118872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828800"/>
            <a:ext cx="54864" cy="118872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993392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95728"/>
            <a:ext cx="3474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Atharwa Patel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246120"/>
            <a:ext cx="3886200" cy="118872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3246120"/>
            <a:ext cx="54864" cy="118872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410712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813048"/>
            <a:ext cx="3474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Artificial Intelligence Intern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663440"/>
            <a:ext cx="3886200" cy="1188720"/>
          </a:xfrm>
          <a:prstGeom prst="roundRect">
            <a:avLst/>
          </a:prstGeom>
          <a:solidFill>
            <a:srgbClr val="1C3070"/>
          </a:solidFill>
          <a:ln>
            <a:solidFill>
              <a:srgbClr val="344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4663440"/>
            <a:ext cx="54864" cy="1188720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828031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8FA"/>
                </a:solidFill>
                <a:latin typeface="Aptos"/>
              </a:rPr>
              <a:t>Conducted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230368"/>
            <a:ext cx="3474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01/07/2026 to 01/08/2026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6400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AB5D2"/>
                </a:solidFill>
                <a:latin typeface="Aptos"/>
              </a:rPr>
              <a:t>Artificial Intelligence Internship • Atharwa Patel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AAB5D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46920" y="-594360"/>
            <a:ext cx="3017520" cy="301752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4297680"/>
            <a:ext cx="2286000" cy="2286000"/>
          </a:xfrm>
          <a:prstGeom prst="ellipse">
            <a:avLst/>
          </a:prstGeom>
          <a:solidFill>
            <a:srgbClr val="1C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B500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943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8F8FA"/>
                </a:solidFill>
                <a:latin typeface="Georg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95728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4CFEC"/>
                </a:solidFill>
                <a:latin typeface="Georgia"/>
              </a:rPr>
              <a:t>Artificial Intelligence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7180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8FA"/>
                </a:solidFill>
                <a:latin typeface="Aptos"/>
              </a:rPr>
              <a:t>Codec Technologies Pvt. Ltd.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703320"/>
            <a:ext cx="2011680" cy="32004"/>
          </a:xfrm>
          <a:prstGeom prst="rect">
            <a:avLst/>
          </a:prstGeom>
          <a:solidFill>
            <a:srgbClr val="F5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096512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8F8FA"/>
                </a:solidFill>
                <a:latin typeface="Aptos"/>
              </a:rPr>
              <a:t>Atharwa Patel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48056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AB5D2"/>
                </a:solidFill>
                <a:latin typeface="Aptos"/>
              </a:rPr>
              <a:t>Artificial Intelligence Intern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892040"/>
            <a:ext cx="5943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AB5D2"/>
                </a:solidFill>
                <a:latin typeface="Aptos"/>
              </a:rPr>
              <a:t>Certificate period: 01 July – 01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6400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AB5D2"/>
                </a:solidFill>
                <a:latin typeface="Aptos"/>
              </a:rPr>
              <a:t>Artificial Intelligence Internship • Atharwa Patel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AAB5D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